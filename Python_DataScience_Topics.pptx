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7F3A43-4729-47F5-B312-F9D711D22B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EAAFB2-9F21-4C42-B977-F15A17EE2CF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0C5D62-C350-4BB8-9749-F19AE8CA75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6721F0B-B54B-4B33-915F-1CCFF64FB6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C8D69A0-499B-444F-A99F-1948CA9174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440" cy="452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600200"/>
            <a:ext cx="4015440" cy="452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E530F32-F7B3-4487-AB7C-5F4A17E32A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37D288B-5947-485A-B04E-DEBBC7B2F4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E3F15F2-44E5-441E-AB0B-AB4919939BC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BA8F98F-47AF-4486-82A5-F12AA40C991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78E1CB9-219E-49F6-8B7B-4DFB13D273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B622233-DA00-4C37-A87F-F83A778552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E886B0A-0E68-448B-B70B-C664032BC71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4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99CCD12-C164-4117-994B-3B844E9C4AD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550801A-5E93-45C0-B07E-B70E1B5FDB6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8B7CEC5-7325-4D7B-8C20-8327DA677ED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134C8C4-922A-4862-96E8-B9F23193A12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080" cy="452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673880" y="1600200"/>
            <a:ext cx="4015080" cy="452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20B339E-544C-40D8-8332-E9C08A712BD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EB7B6A2-D2FD-4D0E-A6CA-C1A7553B01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0E836DA-8905-4038-9C9D-C699A0CB6A8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DD0EA90-D776-4C81-8EEC-A33420A5695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C64FBDD-B349-44B5-AC2A-B1C26A1C2C8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D512C6E-31EC-4708-975C-D9395EE90C4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Python Topics for Data Science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399720" cy="175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Batch - Nov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17 Nov - Python Basics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highlight>
                  <a:srgbClr val="81d41a"/>
                </a:highlight>
                <a:latin typeface="Calibri"/>
              </a:rPr>
              <a:t>What is Python and Syntax?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highlight>
                  <a:srgbClr val="81d41a"/>
                </a:highlight>
                <a:latin typeface="Calibri"/>
              </a:rPr>
              <a:t>Variables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highlight>
                  <a:srgbClr val="81d41a"/>
                </a:highlight>
                <a:latin typeface="Calibri"/>
              </a:rPr>
              <a:t>Data Types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Operators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highlight>
                  <a:srgbClr val="81d41a"/>
                </a:highlight>
                <a:latin typeface="Calibri"/>
              </a:rPr>
              <a:t>Input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highlight>
                  <a:srgbClr val="81d41a"/>
                </a:highlight>
                <a:latin typeface="Calibri"/>
              </a:rPr>
              <a:t>Type Conversion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Control Flow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If-Else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Loops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Break/Continue/Pass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Data Structures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Lists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Tuples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Dictionaries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Functions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Defining Functions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Lambda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*args &amp; **kwargs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Scope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File Handling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Read/Write Files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CSV Handling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Exception Handling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Try/Except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Finally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Custom Exceptions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OOP Basics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Classes &amp; Objects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Constructor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Inheritance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Polymorphism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Modules &amp; Packages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Importing Modules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Using pip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NumPy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Ndarrays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Indexing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Broadcasting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Math Operations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Pandas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DataFrames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Cleaning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Merging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GroupBy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Visualization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Matplotlib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Seaborn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Common Plots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Statistics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Mean/Median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Std Dev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Correlation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External Files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CSV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Excel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JSON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2025-11-17T10:51:02Z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