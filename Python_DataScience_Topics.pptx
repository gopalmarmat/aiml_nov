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5A0453-1670-40B8-B1B7-BA048458BC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4AE5983-35CF-4604-BA28-67677ECEED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9A7DB9E-FAA7-42CC-9F6B-CC0FC13E35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9B69351-536C-45F5-95C3-6C3CB05AD7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112C85B-55E8-43C9-88D0-A2EFE982DD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479C2ED-F931-4332-8819-04AA24F646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5F4B354-B790-449B-8C46-256E7F5C99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4966E93-00C0-400F-83C0-CFCE776B16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55BA253-5F5A-41C5-BC48-3177D0097E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D19C54E-F834-4330-8671-300F5283E9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0354185-FAB3-4850-AC2E-86CA6C6CF1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7DEFA6-D4FE-45B7-9D14-AEC15A1C15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BBF1E0A-F582-4A78-A7D8-B6D4E9E2D3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386FF2C-D999-4D56-803D-6BE46C831EA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06396A7-234E-475F-828F-03F195EFF36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8B246C-C27C-409B-933C-9D68790E32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45DD64-5E1D-4EA8-856D-3D81946098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0C3D6F4-B29F-47BC-BB02-068EE1B1C6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4AE61C4-C8F8-4455-822D-081E48328C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42F3888-BE1D-49B4-8EE5-9B5B1065A4A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404F6E-60C2-408A-9EDC-49A504CF05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810FEE9-74FB-4B0F-BD9E-0F4A9B50DC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Python Topics for Data Science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360" cy="175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Batch - Nov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17 Nov - Python Basics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highlight>
                  <a:srgbClr val="81d41a"/>
                </a:highlight>
                <a:latin typeface="Calibri"/>
              </a:rPr>
              <a:t>What is Python and Syntax?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highlight>
                  <a:srgbClr val="81d41a"/>
                </a:highlight>
                <a:latin typeface="Calibri"/>
              </a:rPr>
              <a:t>Variables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highlight>
                  <a:srgbClr val="81d41a"/>
                </a:highlight>
                <a:latin typeface="Calibri"/>
              </a:rPr>
              <a:t>Data Types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highlight>
                  <a:srgbClr val="81d41a"/>
                </a:highlight>
                <a:latin typeface="Calibri"/>
              </a:rPr>
              <a:t>Operators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highlight>
                  <a:srgbClr val="81d41a"/>
                </a:highlight>
                <a:latin typeface="Calibri"/>
              </a:rPr>
              <a:t>Input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highlight>
                  <a:srgbClr val="81d41a"/>
                </a:highlight>
                <a:latin typeface="Calibri"/>
              </a:rPr>
              <a:t>Type Conversion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Control Flow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If-Else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Loops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Break/Continue/Pass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 Structures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Lists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Tuples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Dictionaries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Functions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Defining Functions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Lambda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*args &amp; **kwargs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Scope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File Handling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Read/Write Files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CSV Handling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Exception Handling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Try/Except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Finally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Custom Exceptions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OOP Basics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Classes &amp; Objects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Constructor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Inheritance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Polymorphism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Modules &amp; Packages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Importing Modules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Using pip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NumPy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Ndarrays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Indexing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Broadcasting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Math Operations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Pandas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DataFrames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Cleaning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Merging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GroupBy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Visualization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Matplotlib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Seaborn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Common Plots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Statistics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Mean/Median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Std Dev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Correlation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External Files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CSV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Excel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JSON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2025-11-18T13:14:31Z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